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54864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 i="0">
                <a:solidFill>
                  <a:srgbClr val="F1F5F9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554480"/>
            <a:ext cx="85313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1F5F9"/>
                </a:solidFill>
                <a:latin typeface="Calibri"/>
              </a:rPr>
              <a:t>Pehchaan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06040"/>
            <a:ext cx="8531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  <a:latin typeface="Calibri"/>
              </a:rPr>
              <a:t>पहचान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4A3B8"/>
                </a:solidFill>
                <a:latin typeface="Calibri"/>
              </a:rPr>
              <a:t>Offline · Secure · Instant  |  Facial Recognition &amp; Liveness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8862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HACKATHON 7.0  · 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3434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Ankit Thawal  ·  linkedin.com/in/ankit-thawal  ·  github.com/ankit-thawal47/pehchan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React Native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Android + 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19 MB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&lt; 1 sec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Fully Offline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Field authentication fails when there's no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65760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1F5F9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1F5F9"/>
                </a:solidFill>
                <a:latin typeface="Calibri"/>
              </a:rPr>
              <a:t>Zero Network Zones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Field personnel in remote locations cannot authenticate — no internet, no cloud, no access.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65760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1F5F9"/>
                </a:solidFill>
                <a:latin typeface="Calibri"/>
              </a:rPr>
              <a:t>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1F5F9"/>
                </a:solidFill>
                <a:latin typeface="Calibri"/>
              </a:rPr>
              <a:t>Photo Spoofing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20040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Attendance fraud via printed photos or screen replays is trivial without active liveness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463040"/>
            <a:ext cx="365760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1F5F9"/>
                </a:solidFill>
                <a:latin typeface="Calibri"/>
              </a:rPr>
              <a:t>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1F5F9"/>
                </a:solidFill>
                <a:latin typeface="Calibri"/>
              </a:rPr>
              <a:t>App Size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20040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Enterprise apps like Datalake 3.0 cannot afford heavy ML models that bloat the package by 200+ MB.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Our Solution — Pehchaan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100% offline face auth that fits in 19 MB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Fully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Zero network dependency at runtime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21408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671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✓  Active Liveness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Blink · Smile · Head Turn — defeats photos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25496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712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✓  Passive Anti-Spoof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272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MobileNetV3 binary classifier on every 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9584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19 MB Model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8313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FP16 ONNX — 95% smaller than source weights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33672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279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&lt; 1 sec 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354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CPU-only, no GPU, mid-range devices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37760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983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  Sync &amp; Purge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2395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Offline-first SQLite → AWS when online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641848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7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React 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436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Android 8.0+ and iOS 12+, same JS codebase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Pipeline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783080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8745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📷 Camera Snapshot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2860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450591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542031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🔍 Blur Detection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953511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118104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20954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🛡  Spoof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62102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85615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877055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👤 Face Detection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288535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453128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5445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🧬 Face 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9560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120640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52120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🔎 Cosine Search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6235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788152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587959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0B981"/>
                </a:solidFill>
                <a:latin typeface="Calibri"/>
              </a:rPr>
              <a:t>✅ Match / No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Model Architecture &amp; Compression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348 MB of source weights → 19 MB deployed  (95% reduction)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12880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721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4721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4721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721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4721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Source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4721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Deployed 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01368"/>
            <a:ext cx="1161288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87452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spoof_fp16.onnx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18745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MobileNetV3-Large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8745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1×3×224×224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8745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(1,1) logit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745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50.8 MB .pth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187452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8.4 MB 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276856"/>
            <a:ext cx="1161288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350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w600k_mbf_fp16.onnx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235000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MobileFaceNet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350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1×3×112×112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3500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(1,512) 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500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13.6 MB ONNX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35000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6.8 MB 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52344"/>
            <a:ext cx="1161288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8254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face_landmarker.task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28254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MediaPipe Float16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8254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Any frame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825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478 landmarks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825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3.8 MB task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82549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3.8 MB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27832"/>
            <a:ext cx="1161288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3009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Blur detector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3300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Laplacian Variance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30098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RGB frame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30098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variance float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30098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0 MB (JS)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3009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0 MB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297680"/>
            <a:ext cx="1161288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Why FP16, not INT8?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75488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INT8 dynamic quantisation generates ConvInteger ONNX operators — excluded from ORT's mobile build.
FP16 conversion uses standard Conv operators (universally supported) with half-precision weights.
BatchNorm layers kept in FP32 to prevent sqrt(0) → NaN on ARM NEON hardware.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34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Total  19.0 MB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Calibri"/>
              </a:rPr>
              <a:t>Budget: ~20 MB  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5257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95% smaller than 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Liveness Detection — Dual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Active challenges + passive model — defeats photos, screens, and 3D masks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Active Liveness — 3-Challenge Sequence (MediaPipe)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BLINK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eyeBlinkLeft &lt; 0.3
then &gt; 0.7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SMILE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mouthSmileL +
mouthSmileR &gt; 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↔️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HEAD 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|yaw| &gt; 20°
(euler angles)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Proceed to
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429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Passive Anti-Spoofing — MobileNetV3 (runs on every capture)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Input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Camera snapshot
224×224 crop
ImageNet normalised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MobileNetV3-Large
Binary classifier
FP16 ONNX · CPU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prob_live ∈ [0,1]
Threshold: 0.3
~160 ms on S25+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Result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isLive=true
→ proceed
isLive=false → reject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989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Attack defeated by our system: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309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Printed photo  ✓   |   Screen video  ✓   |   Someone else's face  ✓   |   Spoofed photo  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Offline-First Sync &amp; Purge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Enroll anywhere — sync when connected — purge after 24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1. Enroll
(offline)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Face captured
Stored in SQLite
Sync queue: PENDING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2. Offline
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App works fully
No connectivity
Queue grows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3. Connected
(auto-detect)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NetInfo fires
SyncManager.drainQueue()
POST to AWS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4. Purge
(24 hours)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Completed entries
deleted from queue
Local DB kept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60520"/>
            <a:ext cx="530352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AWS Payload 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634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0B981"/>
                </a:solidFill>
                <a:latin typeface="Calibri"/>
              </a:rPr>
              <a:t>{
  "face_id":   "a3f8c1d2-...",
  "tenant":    "default",
  "operation": "INSERT",
  "embedding": [0.023, -0.141, ...],
  "name":      "Ankit Thawal",
  "timestamp": 1749081234567
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4160520"/>
            <a:ext cx="59436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4251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Retry &amp; Purge Logic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66344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Max 3 retries per queue item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After 3 failures → status = 'failed'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Success → status = 'done', synced = 1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Purge: DELETE done rows &gt; 24h old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Survives app restarts (SQLite persisted)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Batch size: 20 faces per sync cycle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Performance Benchmarks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Samsung Galaxy S25+ · Snapdragon 8 Elite · Android 16 · CPU-only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Inference Pipeline Timings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685800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737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737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57400"/>
            <a:ext cx="68580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12140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Blur detection (Laplacian JS)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214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1214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5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12140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32888"/>
            <a:ext cx="685800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Spoof inference (FP16 ONNX)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5968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~160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5968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250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9689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68580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723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MediaPipe face 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0723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~60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0723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100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07238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483864"/>
            <a:ext cx="685800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5478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Face embedding (FP16 ONNX)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54787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~130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54787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200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54787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59352"/>
            <a:ext cx="68580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0233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Cosine search (100 faces)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40233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~5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0233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02336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34840"/>
            <a:ext cx="685800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988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Image decode +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49884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~120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449884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180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449884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910328"/>
            <a:ext cx="6858000" cy="45720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743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TOTAL enroll pipeline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4974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~550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4974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497433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✓ 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385816"/>
            <a:ext cx="6858000" cy="45720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4498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TOTAL verify pipeline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0" y="544982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~550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7760" y="544982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544982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✓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Model Size Budget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1691640"/>
            <a:ext cx="43891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spoof_fp16.onnx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1783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8.4 MB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89520" y="2331720"/>
            <a:ext cx="43891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2423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w600k_mbf_fp16.onnx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2423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6.8 MB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89520" y="2971800"/>
            <a:ext cx="43891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0" y="3063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face_landmarker.task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3063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3.8 MB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89520" y="3611879"/>
            <a:ext cx="4389120" cy="54864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0" y="37033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alibri"/>
              </a:rP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370331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  <a:latin typeface="Calibri"/>
              </a:rPr>
              <a:t>19.0 MB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251960"/>
            <a:ext cx="4389120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0" y="4343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alibri"/>
              </a:rPr>
              <a:t>BUDGET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  <a:latin typeface="Calibri"/>
              </a:rPr>
              <a:t>~20 MB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074920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89520" y="5852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end-to-end recognition on CPU-only mid-range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Integration into Datalake 3.0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Drop-in module — same React Native framework, minimal new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12-Step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1.  Copy src/ml, src/db, src/sync, src/utils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2.  Copy MediaPipeModule.java (Android)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3.  Copy MediaPipeModule.swift (iOS)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4.  Register MediaPipePackage in MainApplication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5.  Copy 3 model files to Android assets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6.  Add model files to Xcode project (iOS)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7.  Add MediaPipe + ExifInterface to build.gradle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8.  Add MediaPipeTasksVision to Podfile + pod install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9.  Add aaptOptions noCompress in build.gradle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10. npm install (5 packages)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11. initDB() + prepareOnnxModels() + SyncManager.start()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12. Set SYNC_ENDPOINT in constants.ts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Net addition to Datalake 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47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AI model bundle (3 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18470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+19 MB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231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328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ONNX Runtime native lib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5328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+8 MB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1089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218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MediaPipe tasks-vision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2186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+8 MB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7947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044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JS source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9044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&lt; 1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480560"/>
            <a:ext cx="5394960" cy="59436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5902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alibri"/>
              </a:rPr>
              <a:t>Net total addition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5902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  <a:latin typeface="Calibri"/>
              </a:rPr>
              <a:t>~36 MB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212080"/>
            <a:ext cx="53949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Key integration 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Datalake 3.0 already ships React Native. The ~36 MB addition
covers ML models + 2 native libs. Our JS code is &lt; 1 MB.
The API is 6 NativeModule methods + 1 event listener.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Open Source — 100% No Proprietary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Every component is MIT, Apache 2.0, or cited for educational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161288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Library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1732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License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Usage in Pehchaan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9222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ZepIris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792224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92224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Spoof model weights + architecture + preprocessing pipeline + DB schema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85415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24027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InsightFace MobileFaceNet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240279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Calibri"/>
              </a:rPr>
              <a:t>Educational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40279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w600k_mbf face embedding — 512-dim, 600K identities, diverse demographics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633472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68833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MediaPipe Tasks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688336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B82F6"/>
                </a:solidFill>
                <a:latin typeface="Calibri"/>
              </a:rPr>
              <a:t>Apache 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88336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Face Landmarker — active liveness (blend shapes) + face detection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81528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13639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ONNX Runtime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13639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136392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On-device inference · CPU Execution Provider · no GPU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529584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58444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onnxconverter-common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58444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584448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FP16 model conversion with safe BatchNorm handling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977639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4032503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React Native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032503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032503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Cross-platform framework — same JS codebase on Android + iOS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425696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44805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react-native-vision-camera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448056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480560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Camera access, snapshot capture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873752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492861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react-native-quick-sqlite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928616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28616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Synchronous SQLite — offline face storage + sync queue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321808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537667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@react-native-community/netinfo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53766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376672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Network state monitoring for sync trigger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769864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582472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PyTorch / torchvision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58247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B82F6"/>
                </a:solidFill>
                <a:latin typeface="Calibri"/>
              </a:rPr>
              <a:t>BSD-3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5824728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Model export pipeline (Python tooling, not in APK)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64008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1F5F9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463040"/>
            <a:ext cx="85313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1F5F9"/>
                </a:solidFill>
                <a:latin typeface="Calibri"/>
              </a:rPr>
              <a:t>Pehchaan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2316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पहचान  ·  Recognition  · 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19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Model bundle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Inference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Liveness challenges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Offline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Size reduction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754880"/>
            <a:ext cx="8531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1F5F9"/>
                </a:solidFill>
                <a:latin typeface="Calibri"/>
              </a:rPr>
              <a:t>Ankit Thawal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57800"/>
            <a:ext cx="8531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B82F6"/>
                </a:solidFill>
                <a:latin typeface="Calibri"/>
              </a:rPr>
              <a:t>🔗 linkedin.com/in/ankit-thawal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69280"/>
            <a:ext cx="8531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B82F6"/>
                </a:solidFill>
                <a:latin typeface="Calibri"/>
              </a:rPr>
              <a:t>⌥ github.com/ankit-thawal47/pehchan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61722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HACKATHON 7.0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